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AI-Powered Hospital Readmission Prevention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Executive Portfolio Presentation</a:t>
            </a:r>
          </a:p>
          <a:p>
            <a:r>
              <a:rPr sz="1800"/>
              <a:t>Healthcare AI Implementation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Objective: Implement an AI-powered clinical decision support solution to identify patients at high risk for 30-day hospital readmission.</a:t>
            </a:r>
          </a:p>
          <a:p/>
          <a:p>
            <a:r>
              <a:rPr sz="1800"/>
              <a:t>Goal: Improve care coordination, reduce preventable readmissions, and support personalized patient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The Healthcare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Current challenges:</a:t>
            </a:r>
          </a:p>
          <a:p>
            <a:r>
              <a:rPr sz="1800"/>
              <a:t>• Manual identification of high-risk patients</a:t>
            </a:r>
          </a:p>
          <a:p>
            <a:r>
              <a:rPr sz="1800"/>
              <a:t>• Complex healthcare data patterns</a:t>
            </a:r>
          </a:p>
          <a:p>
            <a:r>
              <a:rPr sz="1800"/>
              <a:t>• Missed opportunities for early intervention</a:t>
            </a:r>
          </a:p>
          <a:p/>
          <a:p>
            <a:r>
              <a:rPr sz="1800"/>
              <a:t>Impact:</a:t>
            </a:r>
          </a:p>
          <a:p>
            <a:r>
              <a:rPr sz="1800"/>
              <a:t>• Increased costs</a:t>
            </a:r>
          </a:p>
          <a:p>
            <a:r>
              <a:rPr sz="1800"/>
              <a:t>• Poor patient experience</a:t>
            </a:r>
          </a:p>
          <a:p>
            <a:r>
              <a:rPr sz="1800"/>
              <a:t>• Higher utilization of healthcare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AI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Solution: Supervised machine learning classification model.</a:t>
            </a:r>
          </a:p>
          <a:p/>
          <a:p>
            <a:r>
              <a:rPr sz="1800"/>
              <a:t>Inputs:</a:t>
            </a:r>
          </a:p>
          <a:p>
            <a:r>
              <a:rPr sz="1800"/>
              <a:t>• Clinical history</a:t>
            </a:r>
          </a:p>
          <a:p>
            <a:r>
              <a:rPr sz="1800"/>
              <a:t>• Diagnoses</a:t>
            </a:r>
          </a:p>
          <a:p>
            <a:r>
              <a:rPr sz="1800"/>
              <a:t>• Medications</a:t>
            </a:r>
          </a:p>
          <a:p>
            <a:r>
              <a:rPr sz="1800"/>
              <a:t>• Laboratory results</a:t>
            </a:r>
          </a:p>
          <a:p>
            <a:r>
              <a:rPr sz="1800"/>
              <a:t>• Social determinants of health</a:t>
            </a:r>
          </a:p>
          <a:p/>
          <a:p>
            <a:r>
              <a:rPr sz="1800"/>
              <a:t>Output:</a:t>
            </a:r>
          </a:p>
          <a:p>
            <a:r>
              <a:rPr sz="1800"/>
              <a:t>Risk classification to support clinical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Phase 1: Planning and governance</a:t>
            </a:r>
          </a:p>
          <a:p>
            <a:r>
              <a:rPr sz="1800"/>
              <a:t>Phase 2: Data assessment and preparation</a:t>
            </a:r>
          </a:p>
          <a:p>
            <a:r>
              <a:rPr sz="1800"/>
              <a:t>Phase 3: AI model development</a:t>
            </a:r>
          </a:p>
          <a:p>
            <a:r>
              <a:rPr sz="1800"/>
              <a:t>Phase 4: Clinical workflow integration</a:t>
            </a:r>
          </a:p>
          <a:p>
            <a:r>
              <a:rPr sz="1800"/>
              <a:t>Phase 5: Pilot implementation</a:t>
            </a:r>
          </a:p>
          <a:p>
            <a:r>
              <a:rPr sz="1800"/>
              <a:t>Phase 6: Enterprise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AI Data and Model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Data lifecycle:</a:t>
            </a:r>
          </a:p>
          <a:p>
            <a:r>
              <a:rPr sz="1800"/>
              <a:t>Healthcare data collection → Data preparation → Model training → Validation → Deployment</a:t>
            </a:r>
          </a:p>
          <a:p/>
          <a:p>
            <a:r>
              <a:rPr sz="1800"/>
              <a:t>Evaluation:</a:t>
            </a:r>
          </a:p>
          <a:p>
            <a:r>
              <a:rPr sz="1800"/>
              <a:t>• Accuracy</a:t>
            </a:r>
          </a:p>
          <a:p>
            <a:r>
              <a:rPr sz="1800"/>
              <a:t>• Precision</a:t>
            </a:r>
          </a:p>
          <a:p>
            <a:r>
              <a:rPr sz="1800"/>
              <a:t>• Recall</a:t>
            </a:r>
          </a:p>
          <a:p>
            <a:r>
              <a:rPr sz="1800"/>
              <a:t>• Fairness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Validation and Responsible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Safety requirements:</a:t>
            </a:r>
          </a:p>
          <a:p>
            <a:r>
              <a:rPr sz="1800"/>
              <a:t>• Clinical validation</a:t>
            </a:r>
          </a:p>
          <a:p>
            <a:r>
              <a:rPr sz="1800"/>
              <a:t>• Bias assessment</a:t>
            </a:r>
          </a:p>
          <a:p>
            <a:r>
              <a:rPr sz="1800"/>
              <a:t>• Explainability</a:t>
            </a:r>
          </a:p>
          <a:p>
            <a:r>
              <a:rPr sz="1800"/>
              <a:t>• Regulatory considerations</a:t>
            </a:r>
          </a:p>
          <a:p>
            <a:r>
              <a:rPr sz="1800"/>
              <a:t>• Human oversight</a:t>
            </a:r>
          </a:p>
          <a:p/>
          <a:p>
            <a:r>
              <a:rPr sz="1800"/>
              <a:t>AI supports clinicians and does not replace clinical judgment.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AWS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Technology pathway:</a:t>
            </a:r>
          </a:p>
          <a:p>
            <a:r>
              <a:rPr sz="1800"/>
              <a:t>EHR Systems → Secure Data Pipeline → AWS Cloud Environment → AI Model → Clinical Dashboard → Care Team Action</a:t>
            </a:r>
          </a:p>
          <a:p/>
          <a:p>
            <a:r>
              <a:rPr sz="1800"/>
              <a:t>Security:</a:t>
            </a:r>
          </a:p>
          <a:p>
            <a:r>
              <a:rPr sz="1800"/>
              <a:t>• Access controls</a:t>
            </a:r>
          </a:p>
          <a:p>
            <a:r>
              <a:rPr sz="1800"/>
              <a:t>• Encryption</a:t>
            </a:r>
          </a:p>
          <a:p>
            <a:r>
              <a:rPr sz="1800"/>
              <a:t>•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Clinical Adoption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Success requires people and workflow alignment.</a:t>
            </a:r>
          </a:p>
          <a:p/>
          <a:p>
            <a:r>
              <a:rPr sz="1800"/>
              <a:t>Actions:</a:t>
            </a:r>
          </a:p>
          <a:p>
            <a:r>
              <a:rPr sz="1800"/>
              <a:t>• Stakeholder engagement</a:t>
            </a:r>
          </a:p>
          <a:p>
            <a:r>
              <a:rPr sz="1800"/>
              <a:t>• Staff training</a:t>
            </a:r>
          </a:p>
          <a:p>
            <a:r>
              <a:rPr sz="1800"/>
              <a:t>• Workflow redesign</a:t>
            </a:r>
          </a:p>
          <a:p>
            <a:r>
              <a:rPr sz="1800"/>
              <a:t>• Feedback collection</a:t>
            </a:r>
          </a:p>
          <a:p>
            <a:r>
              <a:rPr sz="1800"/>
              <a:t>•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AI Governance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Governance includes:</a:t>
            </a:r>
          </a:p>
          <a:p>
            <a:r>
              <a:rPr sz="1800"/>
              <a:t>• AI oversight committee</a:t>
            </a:r>
          </a:p>
          <a:p>
            <a:r>
              <a:rPr sz="1800"/>
              <a:t>• Ethics review</a:t>
            </a:r>
          </a:p>
          <a:p>
            <a:r>
              <a:rPr sz="1800"/>
              <a:t>• Performance monitoring</a:t>
            </a:r>
          </a:p>
          <a:p>
            <a:r>
              <a:rPr sz="1800"/>
              <a:t>• Bias monitoring</a:t>
            </a:r>
          </a:p>
          <a:p>
            <a:r>
              <a:rPr sz="1800"/>
              <a:t>• Incident management</a:t>
            </a:r>
          </a:p>
          <a:p>
            <a:r>
              <a:rPr sz="1800"/>
              <a:t>• Model lifecycle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Business Value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Expected benefits:</a:t>
            </a:r>
          </a:p>
          <a:p>
            <a:r>
              <a:rPr sz="1800"/>
              <a:t>• Improved patient outcomes</a:t>
            </a:r>
          </a:p>
          <a:p>
            <a:r>
              <a:rPr sz="1800"/>
              <a:t>• Reduced preventable readmissions</a:t>
            </a:r>
          </a:p>
          <a:p>
            <a:r>
              <a:rPr sz="1800"/>
              <a:t>• Better resource utilization</a:t>
            </a:r>
          </a:p>
          <a:p>
            <a:r>
              <a:rPr sz="1800"/>
              <a:t>• Stronger value-based healthcare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Project Leadership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Healthcare AI Program Manager responsibilities:</a:t>
            </a:r>
          </a:p>
          <a:p>
            <a:r>
              <a:rPr sz="1800"/>
              <a:t>• Align clinical and technology teams</a:t>
            </a:r>
          </a:p>
          <a:p>
            <a:r>
              <a:rPr sz="1800"/>
              <a:t>• Manage implementation strategy</a:t>
            </a:r>
          </a:p>
          <a:p>
            <a:r>
              <a:rPr sz="1800"/>
              <a:t>• Ensure responsible AI practices</a:t>
            </a:r>
          </a:p>
          <a:p>
            <a:r>
              <a:rPr sz="1800"/>
              <a:t>• Drive adoption and measurable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/>
              <a:t>Closing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This project demonstrates the integration of healthcare administration, project management, cloud technology, and artificial intelligence to improve patient care.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